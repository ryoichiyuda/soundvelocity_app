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88"/>
  </p:normalViewPr>
  <p:slideViewPr>
    <p:cSldViewPr snapToGrid="0">
      <p:cViewPr varScale="1">
        <p:scale>
          <a:sx n="122" d="100"/>
          <a:sy n="122" d="100"/>
        </p:scale>
        <p:origin x="22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AEB99-665F-6DD4-5FEF-0F4404E5C9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5750B9-490C-A8C5-EEFA-7C8939F00A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0F1A9F-C5FD-8615-D551-8BBDFF229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D545BB-E88E-8572-1BEB-67841C61D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71C352-2C6E-450A-8D90-4F25F2DDD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83031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8337B-0305-6F47-48BC-636222B32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B6AF25-709B-EF55-832A-BEE6D3EBF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F9337-A2A8-E15D-37E3-32D8AC237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5B73D-3CC1-6466-D743-9440005D9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018D7-AA47-B87F-23CA-980154EA8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6711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43888-B21E-C33E-BD3D-4667A43B9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299D3-EDD1-CF71-8148-A5E668076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B69CC-FC8E-0083-4914-F68034A49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4F85C-FF06-3F79-1582-92F0EF37C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10545-7CF1-6B07-BEE4-E7303782A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2062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4698F-CA6B-0CBE-A569-9E690FDD0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43A25-0BE9-1010-7DCC-0F5B279B4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34D246-0280-C0CD-65ED-58757C8290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A8D2D-7EAA-0689-EDB3-CF4C85F45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DCD258-AADC-EBBC-AE09-F4BE6BEF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5E68F-16AC-6778-D2C9-25C806E4F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75386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C9EBF-A843-7F44-469B-D45A75FEC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07E1DA-7E4F-D405-928B-C9A89EB354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7B2BD7-1E09-3E69-B063-7FC33E893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89AEEE-1F29-059F-C8E6-A9ED8E713C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F2DE80-13FE-64B7-5C5F-48F16BA61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E1D0A6-E3CE-E605-0C31-C3B61CF83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9A6B74-81FD-3465-282E-2B25C972E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5575FC-925D-E4B7-03EB-B6AA3B284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808289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FC54B-0BED-96EB-09AF-E0A7BE863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B44B35-A4D5-2281-F1E4-24B92FC98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290EA8-EE73-A15A-45CD-EE6B96CC8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87846E-4AA4-68C6-41A8-AEFADAD1E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02328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2415A5-51DE-5A73-2C3E-0187EC99C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964551-BBC9-6CFB-3A9C-9EDE0EB45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7145A-605A-FB5E-2A32-040C6A722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20187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B8B88-5803-83CA-4AD3-060C569B7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F8A3C-B5A6-EBE1-E05F-0AB14614A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AF9D65-7746-4278-2C8E-4D64A707E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5DE4F-38ED-70C7-9458-0C7BDCDD3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35B52-493E-C230-6C39-B8EA7D4BF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F19E55-8A29-8683-5B0B-2F0933666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894186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A2916-2633-F0C6-C7AF-67318D92B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7384F-5268-BCED-6128-8562C31BDA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B03991-4C72-EB97-2049-366F8A2D34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0D25FD-4343-5B90-99A9-386893F82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556CC5-9B9A-3DD4-6C2B-36666F5FF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0BFC6C-246B-8A20-7852-FBAE673BB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44925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FB9AC-382D-311C-B2BD-BCC5BF493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FBFEAC-A55B-2970-7A3C-FC278159D3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A853B5-07FF-DD41-3A07-FABCC0DBC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ECEE-ECA5-EE70-856E-810F30926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B81427-ADFD-AF7B-032E-ED08596FB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1010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8AD531-5131-2C5D-C49C-AFE4765FB7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F7E561-96C2-594C-F2CA-D7FA177090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EF3797-2A8E-476D-724C-33ADC2BA1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7E1DD-F2A8-1729-D06A-FE41BB599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0BC63-B4F9-F272-33B9-52225718B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4641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CA551-1128-6811-FCC2-49B1B7EF5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F422A-15AA-D52E-69B1-397AFC7F2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4A035-EAF7-E6E0-E09A-3244FBCCE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CBA90-F00D-084B-B78C-1EDCBF78D159}" type="datetimeFigureOut">
              <a:rPr lang="en-JP" smtClean="0"/>
              <a:t>2026/09/09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2D51AC-BF12-168B-21E2-773F1EAA7B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0098C-BCD2-30A1-6272-E6A077179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44196B-F1D3-684E-9738-6C0F7609FE10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928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E27E1-5C8F-5F4F-5564-402E2AA42A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音速測定ノギス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使い方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D9E1B-EA29-3AF7-2422-0E5249533D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2026/09/09</a:t>
            </a:r>
          </a:p>
        </p:txBody>
      </p:sp>
    </p:spTree>
    <p:extLst>
      <p:ext uri="{BB962C8B-B14F-4D97-AF65-F5344CB8AC3E}">
        <p14:creationId xmlns:p14="http://schemas.microsoft.com/office/powerpoint/2010/main" val="13087237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EE931-A9D8-B450-F089-4DB640F73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1. 電源を入れる/PCを立ち上げる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B5222-9311-4115-DAA6-C1736D5F8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591846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FA1BB-F90A-9BCC-46BD-003419288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34F77-56F9-01AE-5CB5-FC61E36D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2. USBを接続する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E1194F-A5A8-A3C1-E495-FFD1E0843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604557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EBEF-7355-5AAB-9B60-2E2FF6DBF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F3ED0-310B-7900-FB92-673A4E4DC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3. 配線を接続する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FB69E-A47D-9AD8-4EB2-2A36B321C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522858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041D4-87AD-24E8-C720-4DB1D780D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70D84-FEB9-8833-1244-D68245252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4. ノギスのBluetoothを接続する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4127A-1B4A-A8F6-3B21-5FE411147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691426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10940-C6BD-C287-070C-089E2543E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79E22-08AA-64C6-1102-45D82D07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5. アプリを起動する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37B05-5515-47AE-73E7-7D1E5BF1CD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2272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6FF3-274A-308D-5572-6236EF7C9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93F36-EC98-47E3-285A-62C1E5216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6. 参照波形を取得する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F79CB-A2AE-F25C-68BE-CAD0535215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816227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661BD-9B2C-1A8E-7F69-FD0C4115E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C1FB5-DC39-3381-DCF2-18A860D29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7. 音速を測定する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4D463-4579-B840-7FC2-3BF72561D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341659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D5995-E9EE-0A08-972D-3892A396F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4BE41-812B-782F-6899-7D7A8F08F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アプリの使い方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98E9D-1F82-CA57-397D-A71FE525B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011576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32</Words>
  <Application>Microsoft Macintosh PowerPoint</Application>
  <PresentationFormat>Widescreen</PresentationFormat>
  <Paragraphs>10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HGMaruGothicMPRO</vt:lpstr>
      <vt:lpstr>Aptos</vt:lpstr>
      <vt:lpstr>Aptos Display</vt:lpstr>
      <vt:lpstr>Arial</vt:lpstr>
      <vt:lpstr>Times New Roman</vt:lpstr>
      <vt:lpstr>Office Theme</vt:lpstr>
      <vt:lpstr>音速測定ノギス 使い方</vt:lpstr>
      <vt:lpstr>1. 電源を入れる/PCを立ち上げる</vt:lpstr>
      <vt:lpstr>2. USBを接続する</vt:lpstr>
      <vt:lpstr>3. 配線を接続する</vt:lpstr>
      <vt:lpstr>4. ノギスのBluetoothを接続する</vt:lpstr>
      <vt:lpstr>5. アプリを起動する</vt:lpstr>
      <vt:lpstr>6. 参照波形を取得する</vt:lpstr>
      <vt:lpstr>7. 音速を測定する</vt:lpstr>
      <vt:lpstr>アプリの使い方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油田 崚市</dc:creator>
  <cp:lastModifiedBy>油田 崚市</cp:lastModifiedBy>
  <cp:revision>2</cp:revision>
  <dcterms:created xsi:type="dcterms:W3CDTF">2026-09-09T07:43:59Z</dcterms:created>
  <dcterms:modified xsi:type="dcterms:W3CDTF">2026-09-09T07:51:07Z</dcterms:modified>
</cp:coreProperties>
</file>